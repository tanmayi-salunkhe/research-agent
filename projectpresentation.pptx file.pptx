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4006429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err="1" smtClean="0"/>
                        <a:t>Tanmayi</a:t>
                      </a:r>
                      <a:r>
                        <a:rPr lang="en-US" sz="2000" dirty="0" smtClean="0"/>
                        <a:t> Rahul </a:t>
                      </a:r>
                      <a:r>
                        <a:rPr lang="en-US" sz="2000" dirty="0" err="1" smtClean="0"/>
                        <a:t>Salunkhe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salunkhetanmayi328@gmail.com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7499397045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518409"/>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[Healthcare/Education/Business/Finance]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US" sz="2800" b="1" dirty="0" smtClean="0">
                <a:highlight>
                  <a:srgbClr val="FFFF00"/>
                </a:highlight>
              </a:rPr>
              <a:t>[Research Agent]</a:t>
            </a:r>
            <a:endParaRPr lang="en-IN" sz="28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0480" y="3556000"/>
            <a:ext cx="1513840" cy="12114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sz="1800" b="1" dirty="0"/>
              <a:t>Problem Statement : </a:t>
            </a:r>
            <a:r>
              <a:rPr lang="en-US" sz="1800" b="1" dirty="0" smtClean="0"/>
              <a:t>Research Agent</a:t>
            </a:r>
            <a:endParaRPr lang="en-US" sz="1800" dirty="0"/>
          </a:p>
          <a:p>
            <a:pPr fontAlgn="base"/>
            <a:endParaRPr lang="en-US" b="1" dirty="0"/>
          </a:p>
          <a:p>
            <a:pPr fontAlgn="base"/>
            <a:r>
              <a:rPr lang="en-US" sz="2000" b="1" dirty="0"/>
              <a:t>The Challenge </a:t>
            </a:r>
            <a:endParaRPr lang="en-US" sz="2000" b="1" dirty="0" smtClean="0"/>
          </a:p>
          <a:p>
            <a:pPr fontAlgn="base"/>
            <a:r>
              <a:rPr lang="en-US" sz="2000" dirty="0" smtClean="0"/>
              <a:t>Researchers</a:t>
            </a:r>
            <a:r>
              <a:rPr lang="en-US" sz="2000" dirty="0"/>
              <a:t>,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synthesize, analyze, and generate actionable research insights in real time</a:t>
            </a:r>
            <a:r>
              <a:rPr lang="en-US" sz="2000" dirty="0" smtClean="0"/>
              <a:t>.</a:t>
            </a:r>
          </a:p>
          <a:p>
            <a:pPr fontAlgn="base"/>
            <a:endParaRPr lang="en-US" sz="2000" dirty="0"/>
          </a:p>
          <a:p>
            <a:pPr fontAlgn="base"/>
            <a:r>
              <a:rPr lang="en-US" dirty="0" smtClean="0"/>
              <a:t> </a:t>
            </a:r>
            <a:r>
              <a:rPr lang="en-US" sz="2000" b="1" dirty="0"/>
              <a:t>The Objective </a:t>
            </a:r>
            <a:endParaRPr lang="en-US" sz="2000" b="1" dirty="0" smtClean="0"/>
          </a:p>
          <a:p>
            <a:pPr fontAlgn="base"/>
            <a:endParaRPr lang="en-US" dirty="0"/>
          </a:p>
          <a:p>
            <a:pPr fontAlgn="base"/>
            <a:r>
              <a:rPr lang="en-US" sz="1600" dirty="0" smtClean="0"/>
              <a:t>1</a:t>
            </a:r>
            <a:r>
              <a:rPr lang="en-US" sz="1600" dirty="0"/>
              <a:t>. Fuse Academic Sources: Aggregate data from research papers, journals, preprints, and knowledge repositories, then synthesize them into clear, concise literature reviews. </a:t>
            </a:r>
            <a:endParaRPr lang="en-US" sz="1600" dirty="0" smtClean="0"/>
          </a:p>
          <a:p>
            <a:pPr fontAlgn="base"/>
            <a:endParaRPr lang="en-US" sz="1600" dirty="0" smtClean="0"/>
          </a:p>
          <a:p>
            <a:pPr fontAlgn="base"/>
            <a:r>
              <a:rPr lang="en-US" sz="1600" dirty="0" smtClean="0"/>
              <a:t>2</a:t>
            </a:r>
            <a:r>
              <a:rPr lang="en-US" sz="1600" dirty="0"/>
              <a:t>. Enable Multimodal Research Input: Accept user queries, notes, charts, or even PDFs, and convert them into structured insights, references, and summaries</a:t>
            </a:r>
            <a:r>
              <a:rPr lang="en-US" sz="1600" dirty="0" smtClean="0"/>
              <a:t>.</a:t>
            </a:r>
          </a:p>
          <a:p>
            <a:pPr fontAlgn="base"/>
            <a:r>
              <a:rPr lang="en-US" sz="1600" dirty="0" smtClean="0"/>
              <a:t> </a:t>
            </a:r>
          </a:p>
          <a:p>
            <a:pPr fontAlgn="base"/>
            <a:r>
              <a:rPr lang="en-US" sz="1600" dirty="0" smtClean="0"/>
              <a:t>3</a:t>
            </a:r>
            <a:r>
              <a:rPr lang="en-US" sz="1600" dirty="0"/>
              <a:t>. Create a Predictive &amp; Agentic Layer: Highlight emerging trends, detect citation gaps, and predict promising directions for future research in a given domain</a:t>
            </a:r>
            <a:r>
              <a:rPr lang="en-US" sz="1600" dirty="0" smtClean="0"/>
              <a:t>.</a:t>
            </a:r>
          </a:p>
          <a:p>
            <a:pPr fontAlgn="base"/>
            <a:r>
              <a:rPr lang="en-US" sz="1600" dirty="0" smtClean="0"/>
              <a:t> </a:t>
            </a:r>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44600"/>
            <a:ext cx="10607040" cy="5847755"/>
          </a:xfrm>
          <a:prstGeom prst="rect">
            <a:avLst/>
          </a:prstGeom>
          <a:noFill/>
        </p:spPr>
        <p:txBody>
          <a:bodyPr wrap="square" rtlCol="0">
            <a:spAutoFit/>
          </a:bodyPr>
          <a:lstStyle/>
          <a:p>
            <a:r>
              <a:rPr lang="en-US" sz="1800" dirty="0"/>
              <a:t>The proposed solution is to develop an AI-powered Research Agent that automates the process of searching, analyzing, summarizing, and organizing research information from multiple trusted sources. Instead of manually browsing numerous websites and papers, users can enter a research topic or question, and the agent will generate a comprehensive report with key insights, references, and summaries.</a:t>
            </a:r>
          </a:p>
          <a:p>
            <a:r>
              <a:rPr lang="en-US" sz="1800" dirty="0"/>
              <a:t>The Research Agent uses Natural Language Processing (NLP) and Large Language Models </a:t>
            </a:r>
            <a:r>
              <a:rPr lang="en-US" sz="1800" b="1" dirty="0"/>
              <a:t>(LLMs)</a:t>
            </a:r>
            <a:r>
              <a:rPr lang="en-US" sz="1800" dirty="0"/>
              <a:t> to understand user queries. It retrieves relevant information from academic databases, journals, trusted websites, and other online resources using AI-powered search techniques. The collected information is then filtered to remove duplicates and irrelevant content before being summarized into a concise and easy-to-read format</a:t>
            </a:r>
            <a:r>
              <a:rPr lang="en-US" sz="1800" dirty="0" smtClean="0"/>
              <a:t>.</a:t>
            </a:r>
          </a:p>
          <a:p>
            <a:endParaRPr lang="en-US" sz="1800" dirty="0"/>
          </a:p>
          <a:p>
            <a:r>
              <a:rPr lang="en-US" sz="1800" dirty="0"/>
              <a:t>The system also provides:</a:t>
            </a:r>
          </a:p>
          <a:p>
            <a:pPr marL="285750" indent="-285750">
              <a:buFont typeface="Arial" panose="020B0604020202020204" pitchFamily="34" charset="0"/>
              <a:buChar char="•"/>
            </a:pPr>
            <a:r>
              <a:rPr lang="en-US" sz="1800" dirty="0"/>
              <a:t>AI-generated summaries of research papers. </a:t>
            </a:r>
          </a:p>
          <a:p>
            <a:pPr marL="285750" indent="-285750">
              <a:buFont typeface="Arial" panose="020B0604020202020204" pitchFamily="34" charset="0"/>
              <a:buChar char="•"/>
            </a:pPr>
            <a:r>
              <a:rPr lang="en-US" sz="1800" dirty="0"/>
              <a:t>Comparison of different research papers and viewpoints. </a:t>
            </a:r>
          </a:p>
          <a:p>
            <a:pPr marL="285750" indent="-285750">
              <a:buFont typeface="Arial" panose="020B0604020202020204" pitchFamily="34" charset="0"/>
              <a:buChar char="•"/>
            </a:pPr>
            <a:r>
              <a:rPr lang="en-US" sz="1800" dirty="0"/>
              <a:t>Citation and reference generation in standard formats (APA, IEEE, MLA). </a:t>
            </a:r>
          </a:p>
          <a:p>
            <a:pPr marL="285750" indent="-285750">
              <a:buFont typeface="Arial" panose="020B0604020202020204" pitchFamily="34" charset="0"/>
              <a:buChar char="•"/>
            </a:pPr>
            <a:r>
              <a:rPr lang="en-US" sz="1800" dirty="0"/>
              <a:t>Keyword extraction and topic classification. </a:t>
            </a:r>
          </a:p>
          <a:p>
            <a:pPr marL="285750" indent="-285750">
              <a:buFont typeface="Arial" panose="020B0604020202020204" pitchFamily="34" charset="0"/>
              <a:buChar char="•"/>
            </a:pPr>
            <a:r>
              <a:rPr lang="en-US" sz="1800" dirty="0"/>
              <a:t>Interactive </a:t>
            </a:r>
            <a:r>
              <a:rPr lang="en-US" sz="1800" dirty="0" err="1"/>
              <a:t>chatbot</a:t>
            </a:r>
            <a:r>
              <a:rPr lang="en-US" sz="1800" dirty="0"/>
              <a:t> interface for asking follow-up questions. </a:t>
            </a:r>
          </a:p>
          <a:p>
            <a:pPr marL="285750" indent="-285750">
              <a:buFont typeface="Arial" panose="020B0604020202020204" pitchFamily="34" charset="0"/>
              <a:buChar char="•"/>
            </a:pPr>
            <a:r>
              <a:rPr lang="en-US" sz="1800" dirty="0"/>
              <a:t>Downloadable research reports in PDF or Word format. </a:t>
            </a:r>
          </a:p>
          <a:p>
            <a:pPr marL="285750" indent="-285750">
              <a:buFont typeface="Arial" panose="020B0604020202020204" pitchFamily="34" charset="0"/>
              <a:buChar char="•"/>
            </a:pPr>
            <a:r>
              <a:rPr lang="en-US" sz="1800" dirty="0"/>
              <a:t>Search history and saved research projects for future reference.</a:t>
            </a:r>
          </a:p>
          <a:p>
            <a:endParaRPr lang="en-US" sz="1800" dirty="0"/>
          </a:p>
          <a:p>
            <a:pPr fontAlgn="base"/>
            <a:endParaRPr lang="en-US"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smtClean="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dirty="0" smtClean="0">
                <a:solidFill>
                  <a:srgbClr val="2B3541"/>
                </a:solidFill>
                <a:latin typeface="Times New Roman"/>
                <a:ea typeface="Times New Roman"/>
                <a:cs typeface="Times New Roman"/>
                <a:sym typeface="Times New Roman"/>
              </a:rPr>
              <a:t>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URL </a:t>
            </a:r>
            <a:r>
              <a:rPr lang="en-US" sz="1850" dirty="0" smtClean="0">
                <a:solidFill>
                  <a:srgbClr val="2B3541"/>
                </a:solidFill>
                <a:latin typeface="Times New Roman"/>
                <a:ea typeface="Times New Roman"/>
                <a:cs typeface="Times New Roman"/>
                <a:sym typeface="Times New Roman"/>
              </a:rPr>
              <a:t>– https</a:t>
            </a:r>
            <a:r>
              <a:rPr lang="en-US" sz="1850" dirty="0">
                <a:solidFill>
                  <a:srgbClr val="2B3541"/>
                </a:solidFill>
                <a:latin typeface="Times New Roman"/>
                <a:ea typeface="Times New Roman"/>
                <a:cs typeface="Times New Roman"/>
                <a:sym typeface="Times New Roman"/>
              </a:rPr>
              <a:t>://github.com/Tanmayi-Salunkhe/research-agent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598762" y="-585675"/>
            <a:ext cx="5096075" cy="900176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389444" y="-96520"/>
            <a:ext cx="5090157" cy="794512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1129</Words>
  <Application>Microsoft Office PowerPoint</Application>
  <PresentationFormat>Widescreen</PresentationFormat>
  <Paragraphs>115</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cp:lastModifiedBy>
  <cp:revision>18</cp:revision>
  <dcterms:created xsi:type="dcterms:W3CDTF">2025-07-08T05:06:56Z</dcterms:created>
  <dcterms:modified xsi:type="dcterms:W3CDTF">2026-07-15T03:58:06Z</dcterms:modified>
</cp:coreProperties>
</file>